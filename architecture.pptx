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9" autoAdjust="0"/>
    <p:restoredTop sz="94660"/>
  </p:normalViewPr>
  <p:slideViewPr>
    <p:cSldViewPr snapToGrid="0">
      <p:cViewPr>
        <p:scale>
          <a:sx n="125" d="100"/>
          <a:sy n="125" d="100"/>
        </p:scale>
        <p:origin x="123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D8E5-A465-BCAE-9094-31259E486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D84D4-EB35-A95A-C73D-903C90264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1E7A4-33EC-0E9A-FC7A-35D82A73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3A35B-E176-60F7-E3A6-155CFBB3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33F60-EC7F-07DE-5031-91E179B1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8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DD07-7CCC-446E-BF68-16FCE84B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42FB-53EA-1E15-9ED9-D3FA2277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F972-DDD0-EB1F-314C-E5CE9B56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E7A24-A9CA-09F8-8D81-DB075A5C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0626E-9F9C-7565-0690-D8A2E869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2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1BE5C-40AE-FF97-D24B-F0DF1922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1AF23-9C36-E2CC-AD60-D1B35DE46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20DE4-73C4-F9B6-0640-C8998C6C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448E3-3417-8E1A-8D0F-B51FD29E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1CD9E-324A-CFDB-8937-08024B48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7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63F8-28AA-C8D0-B578-AEB99909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6C74-D56E-077E-FE8C-2E9C52E8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4D92B-EC19-077B-1EDE-4B3717963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31192-304B-BFE7-5C34-81B876BC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A4137-7515-6711-FED8-E7FC44F1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15DC7-5EA2-4DDF-338C-33238F39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1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B760-09DD-9012-47B9-912B53B4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21CA4-6360-FA0F-1D18-DA20F7F61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66748-9596-1263-5AE8-0F9BF2C95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71C3C-8458-305E-DAE3-A226E084E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08CCF-25CC-B07A-8941-48238A7B8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D8778-1F39-EF6C-B9FA-C9B14F94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FA9D4-6DBA-AB0C-B522-1CD9C5FA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EC4C5-BDFD-3642-F870-4ADA5777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1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9B36-FEFE-946A-C13D-B96624BC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A7A7B-7021-8630-B76F-E96F1FEF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A51FF-ADC6-D578-A0E7-A7D5BAAF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32331-AF0A-B9CF-5735-FC125BF1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9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EC004-8386-D177-8DD7-882F2D35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BAA4A-B03E-A060-BF8C-B11A22A2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EE00E-9F8F-8405-0A26-38A8C1EB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C308-638D-4E21-BC68-D45A1E6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12523-E9A4-7F0D-1E04-2F04AC107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12B88-5AFD-8723-AB52-5D761DDFA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1FCBF-069A-6246-84F9-7CC1D3B9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BDC90-2298-B057-2D95-2EF0C662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419AA-7D86-6678-DC23-2E7276AE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6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68CD-9A6E-76B9-DC7F-D935516C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2A288-AC08-1E00-21E0-6C685D122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FDD6A-7B79-34C2-37B1-52DF5FD4F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84D2E-3E2A-7583-0AF4-28399093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00F31-1AD6-E69A-4F53-E56B8241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74CFB-2795-E7F4-5F43-49025B3C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EAC9-FF26-BB1F-A5CF-F1BC5D7F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FEC5D-E9AC-46D3-555A-E678D267E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96545-B3CA-3BB3-A1E3-143E90DF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2B822-F0DA-2785-1462-A5F582FC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50BE-4660-8046-AEA2-BC8D6BAA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2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3E749-C9B4-9858-A528-2DE91D263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D445D-0C04-712E-F6EA-752EB52DE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B5076-19E9-8F46-BD59-61D8BEF6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EFABB-7683-8339-1FD3-4E86FAD2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4F320-443A-E1FB-3630-26C45601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4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69F13-3A81-D6CE-8361-AEF2023A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D3776-A148-D2B4-2A4B-AD787B82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AA485-165F-3816-6D44-6000BBA9F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741D8-22E1-4069-BD4A-A92347011440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6A81-E590-F16E-A85D-C13186C48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83383-D8DD-00BB-D921-FE9877D6D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08B00-19D1-4143-9338-A86B1BD74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9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97DDB-2B34-9F17-DF95-D0A327B01D03}"/>
              </a:ext>
            </a:extLst>
          </p:cNvPr>
          <p:cNvSpPr/>
          <p:nvPr/>
        </p:nvSpPr>
        <p:spPr>
          <a:xfrm>
            <a:off x="4137025" y="763628"/>
            <a:ext cx="225425" cy="86949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&amp;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CB46C5-8FB9-3859-0C2A-011AA5EC66B3}"/>
              </a:ext>
            </a:extLst>
          </p:cNvPr>
          <p:cNvCxnSpPr>
            <a:cxnSpLocks/>
          </p:cNvCxnSpPr>
          <p:nvPr/>
        </p:nvCxnSpPr>
        <p:spPr>
          <a:xfrm>
            <a:off x="1574800" y="916029"/>
            <a:ext cx="2562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B4231A-37D3-8D33-AADC-DA1F35884E38}"/>
              </a:ext>
            </a:extLst>
          </p:cNvPr>
          <p:cNvCxnSpPr/>
          <p:nvPr/>
        </p:nvCxnSpPr>
        <p:spPr>
          <a:xfrm>
            <a:off x="1671638" y="1397258"/>
            <a:ext cx="78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2FB9F4-F691-E3A0-6DA9-FC48813B4F8C}"/>
              </a:ext>
            </a:extLst>
          </p:cNvPr>
          <p:cNvCxnSpPr/>
          <p:nvPr/>
        </p:nvCxnSpPr>
        <p:spPr>
          <a:xfrm flipV="1">
            <a:off x="3648075" y="852529"/>
            <a:ext cx="190500" cy="13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CE1F49-9F56-214F-2E3D-CC180D3DA16A}"/>
              </a:ext>
            </a:extLst>
          </p:cNvPr>
          <p:cNvCxnSpPr/>
          <p:nvPr/>
        </p:nvCxnSpPr>
        <p:spPr>
          <a:xfrm flipV="1">
            <a:off x="1970088" y="1327408"/>
            <a:ext cx="190500" cy="13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7A2EE5-0D17-A031-EBEE-653F72B42A42}"/>
              </a:ext>
            </a:extLst>
          </p:cNvPr>
          <p:cNvCxnSpPr>
            <a:cxnSpLocks/>
          </p:cNvCxnSpPr>
          <p:nvPr/>
        </p:nvCxnSpPr>
        <p:spPr>
          <a:xfrm>
            <a:off x="4360862" y="1097418"/>
            <a:ext cx="4968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FE3B984-BF6F-C5FB-3C6F-D0DA68CBA292}"/>
              </a:ext>
            </a:extLst>
          </p:cNvPr>
          <p:cNvSpPr/>
          <p:nvPr/>
        </p:nvSpPr>
        <p:spPr>
          <a:xfrm>
            <a:off x="7613650" y="631179"/>
            <a:ext cx="2921000" cy="781048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Tile Index Registry, Bool, BRAM (Block RAM)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3BBF48-B662-01EF-9968-808074705CFA}"/>
              </a:ext>
            </a:extLst>
          </p:cNvPr>
          <p:cNvSpPr/>
          <p:nvPr/>
        </p:nvSpPr>
        <p:spPr>
          <a:xfrm>
            <a:off x="4864100" y="716003"/>
            <a:ext cx="1016000" cy="611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Which tile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AD7E4E-DD95-4DB9-5017-8923CD3D7F09}"/>
              </a:ext>
            </a:extLst>
          </p:cNvPr>
          <p:cNvSpPr/>
          <p:nvPr/>
        </p:nvSpPr>
        <p:spPr>
          <a:xfrm>
            <a:off x="2474913" y="1106902"/>
            <a:ext cx="488949" cy="6540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 T?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7B3FFD-C79F-3AFA-3941-4346D622E6EC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5880100" y="1021703"/>
            <a:ext cx="1733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EDE357-386E-28FA-3157-2CE4702B698A}"/>
              </a:ext>
            </a:extLst>
          </p:cNvPr>
          <p:cNvCxnSpPr/>
          <p:nvPr/>
        </p:nvCxnSpPr>
        <p:spPr>
          <a:xfrm flipV="1">
            <a:off x="6638925" y="922379"/>
            <a:ext cx="273050" cy="2095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00C6F5-DF16-0BE1-1E45-59C1F92165FF}"/>
              </a:ext>
            </a:extLst>
          </p:cNvPr>
          <p:cNvSpPr txBox="1"/>
          <p:nvPr/>
        </p:nvSpPr>
        <p:spPr>
          <a:xfrm>
            <a:off x="6565900" y="664264"/>
            <a:ext cx="69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Index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0BEC08-8A62-6FB6-5ADE-58E8CECC65FA}"/>
              </a:ext>
            </a:extLst>
          </p:cNvPr>
          <p:cNvCxnSpPr>
            <a:cxnSpLocks/>
          </p:cNvCxnSpPr>
          <p:nvPr/>
        </p:nvCxnSpPr>
        <p:spPr>
          <a:xfrm>
            <a:off x="4578350" y="1633121"/>
            <a:ext cx="0" cy="2095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90AE979-A839-8EA1-3E40-5F65ECABEDB0}"/>
              </a:ext>
            </a:extLst>
          </p:cNvPr>
          <p:cNvSpPr/>
          <p:nvPr/>
        </p:nvSpPr>
        <p:spPr>
          <a:xfrm>
            <a:off x="4318000" y="3729079"/>
            <a:ext cx="520700" cy="755649"/>
          </a:xfrm>
          <a:prstGeom prst="rect">
            <a:avLst/>
          </a:prstGeom>
          <a:pattFill prst="dash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FIFO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F77BEA-E117-0457-74F9-78E61C420BF8}"/>
              </a:ext>
            </a:extLst>
          </p:cNvPr>
          <p:cNvCxnSpPr>
            <a:cxnSpLocks/>
          </p:cNvCxnSpPr>
          <p:nvPr/>
        </p:nvCxnSpPr>
        <p:spPr>
          <a:xfrm>
            <a:off x="4578350" y="4484728"/>
            <a:ext cx="0" cy="728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F9E9042-D041-3616-EA6D-F03AAD928E50}"/>
              </a:ext>
            </a:extLst>
          </p:cNvPr>
          <p:cNvCxnSpPr/>
          <p:nvPr/>
        </p:nvCxnSpPr>
        <p:spPr>
          <a:xfrm flipV="1">
            <a:off x="4483100" y="2433679"/>
            <a:ext cx="190500" cy="13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0330AD-2FE2-A391-37F1-0BA10484D7B0}"/>
              </a:ext>
            </a:extLst>
          </p:cNvPr>
          <p:cNvCxnSpPr/>
          <p:nvPr/>
        </p:nvCxnSpPr>
        <p:spPr>
          <a:xfrm flipV="1">
            <a:off x="4483100" y="4709339"/>
            <a:ext cx="190500" cy="139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9889F23-367F-FEC4-CAFA-C5D295338754}"/>
              </a:ext>
            </a:extLst>
          </p:cNvPr>
          <p:cNvSpPr txBox="1"/>
          <p:nvPr/>
        </p:nvSpPr>
        <p:spPr>
          <a:xfrm>
            <a:off x="3492500" y="586028"/>
            <a:ext cx="69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Value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AFB97A-A1A3-C097-F248-D5291F5C30D5}"/>
              </a:ext>
            </a:extLst>
          </p:cNvPr>
          <p:cNvSpPr txBox="1"/>
          <p:nvPr/>
        </p:nvSpPr>
        <p:spPr>
          <a:xfrm>
            <a:off x="1789113" y="1054556"/>
            <a:ext cx="69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Value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6436A9-B5AC-08A5-F23C-D17A5B74B5B1}"/>
              </a:ext>
            </a:extLst>
          </p:cNvPr>
          <p:cNvSpPr txBox="1"/>
          <p:nvPr/>
        </p:nvSpPr>
        <p:spPr>
          <a:xfrm>
            <a:off x="677863" y="686655"/>
            <a:ext cx="8731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Dense RGB Stream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DEA5C7-DFDE-8F25-5D58-718E8760D5EF}"/>
              </a:ext>
            </a:extLst>
          </p:cNvPr>
          <p:cNvSpPr txBox="1"/>
          <p:nvPr/>
        </p:nvSpPr>
        <p:spPr>
          <a:xfrm>
            <a:off x="677863" y="1202235"/>
            <a:ext cx="977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Dense LiDAR Stream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DF932E-0DEC-1AD5-6864-E738BB850E57}"/>
              </a:ext>
            </a:extLst>
          </p:cNvPr>
          <p:cNvSpPr txBox="1"/>
          <p:nvPr/>
        </p:nvSpPr>
        <p:spPr>
          <a:xfrm>
            <a:off x="2197101" y="1769414"/>
            <a:ext cx="1118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T: Threshold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E0827D-038F-4C0F-B38C-81CF8E598841}"/>
              </a:ext>
            </a:extLst>
          </p:cNvPr>
          <p:cNvCxnSpPr>
            <a:cxnSpLocks/>
          </p:cNvCxnSpPr>
          <p:nvPr/>
        </p:nvCxnSpPr>
        <p:spPr>
          <a:xfrm>
            <a:off x="2963862" y="1392537"/>
            <a:ext cx="1173163" cy="4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06A81D9-1D07-E55F-7E21-A4133870A340}"/>
              </a:ext>
            </a:extLst>
          </p:cNvPr>
          <p:cNvSpPr txBox="1"/>
          <p:nvPr/>
        </p:nvSpPr>
        <p:spPr>
          <a:xfrm>
            <a:off x="3577433" y="2337514"/>
            <a:ext cx="1096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Sparse RGB Stream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9DEF0E-E914-1AEB-54CA-80E70CB287B0}"/>
              </a:ext>
            </a:extLst>
          </p:cNvPr>
          <p:cNvSpPr/>
          <p:nvPr/>
        </p:nvSpPr>
        <p:spPr>
          <a:xfrm>
            <a:off x="4070350" y="5205039"/>
            <a:ext cx="1016000" cy="6114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DRAM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B31AE3-B1C8-AA45-CF55-1237A2252279}"/>
              </a:ext>
            </a:extLst>
          </p:cNvPr>
          <p:cNvSpPr/>
          <p:nvPr/>
        </p:nvSpPr>
        <p:spPr>
          <a:xfrm>
            <a:off x="5949950" y="2247900"/>
            <a:ext cx="1009650" cy="5651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D084029-72CC-AE77-C55D-91AF20C34D34}"/>
              </a:ext>
            </a:extLst>
          </p:cNvPr>
          <p:cNvCxnSpPr>
            <a:stCxn id="53" idx="3"/>
            <a:endCxn id="14" idx="2"/>
          </p:cNvCxnSpPr>
          <p:nvPr/>
        </p:nvCxnSpPr>
        <p:spPr>
          <a:xfrm flipV="1">
            <a:off x="6959600" y="1412227"/>
            <a:ext cx="2114550" cy="11182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9EA891E-6822-2D40-2D1A-223CA1ABBF83}"/>
              </a:ext>
            </a:extLst>
          </p:cNvPr>
          <p:cNvCxnSpPr/>
          <p:nvPr/>
        </p:nvCxnSpPr>
        <p:spPr>
          <a:xfrm flipV="1">
            <a:off x="7616825" y="2440319"/>
            <a:ext cx="273050" cy="2095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91EC964-4738-EADD-63FC-63112AF8C553}"/>
              </a:ext>
            </a:extLst>
          </p:cNvPr>
          <p:cNvSpPr txBox="1"/>
          <p:nvPr/>
        </p:nvSpPr>
        <p:spPr>
          <a:xfrm>
            <a:off x="7543800" y="2182204"/>
            <a:ext cx="69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Index</a:t>
            </a:r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F5280A5D-1B77-8CD8-54A0-174C092E2CA2}"/>
              </a:ext>
            </a:extLst>
          </p:cNvPr>
          <p:cNvSpPr/>
          <p:nvPr/>
        </p:nvSpPr>
        <p:spPr>
          <a:xfrm rot="16200000">
            <a:off x="8543926" y="2946400"/>
            <a:ext cx="514350" cy="450850"/>
          </a:xfrm>
          <a:prstGeom prst="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dirty="0"/>
              <a:t>!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60A0F60-3D8A-14FA-2D58-EF8DA25AD571}"/>
              </a:ext>
            </a:extLst>
          </p:cNvPr>
          <p:cNvCxnSpPr>
            <a:endCxn id="67" idx="3"/>
          </p:cNvCxnSpPr>
          <p:nvPr/>
        </p:nvCxnSpPr>
        <p:spPr>
          <a:xfrm rot="5400000">
            <a:off x="8451264" y="2009189"/>
            <a:ext cx="1737898" cy="5873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D1FFB9A-1F74-C233-2BFD-EC5DB2ADF659}"/>
              </a:ext>
            </a:extLst>
          </p:cNvPr>
          <p:cNvSpPr/>
          <p:nvPr/>
        </p:nvSpPr>
        <p:spPr>
          <a:xfrm>
            <a:off x="5949950" y="3028948"/>
            <a:ext cx="1009650" cy="5651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7A6B2CE-044E-FFEB-8449-2915236C874A}"/>
              </a:ext>
            </a:extLst>
          </p:cNvPr>
          <p:cNvCxnSpPr>
            <a:stCxn id="67" idx="0"/>
          </p:cNvCxnSpPr>
          <p:nvPr/>
        </p:nvCxnSpPr>
        <p:spPr>
          <a:xfrm flipH="1">
            <a:off x="6959600" y="3171825"/>
            <a:ext cx="1616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B858C032-837F-E72F-D400-AE9A5EC5F02C}"/>
              </a:ext>
            </a:extLst>
          </p:cNvPr>
          <p:cNvCxnSpPr>
            <a:stCxn id="72" idx="1"/>
            <a:endCxn id="49" idx="3"/>
          </p:cNvCxnSpPr>
          <p:nvPr/>
        </p:nvCxnSpPr>
        <p:spPr>
          <a:xfrm rot="10800000" flipV="1">
            <a:off x="5086350" y="3311523"/>
            <a:ext cx="863600" cy="2199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15937F3-8043-35FB-1FD0-A005E210B790}"/>
              </a:ext>
            </a:extLst>
          </p:cNvPr>
          <p:cNvCxnSpPr/>
          <p:nvPr/>
        </p:nvCxnSpPr>
        <p:spPr>
          <a:xfrm>
            <a:off x="5086350" y="5702300"/>
            <a:ext cx="182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67AF2B1B-49D6-8AEB-FBD1-B98613CBA708}"/>
              </a:ext>
            </a:extLst>
          </p:cNvPr>
          <p:cNvSpPr/>
          <p:nvPr/>
        </p:nvSpPr>
        <p:spPr>
          <a:xfrm>
            <a:off x="6911975" y="5029200"/>
            <a:ext cx="3092450" cy="13461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</a:t>
            </a:r>
          </a:p>
          <a:p>
            <a:pPr algn="ctr"/>
            <a:r>
              <a:rPr lang="en-US" dirty="0"/>
              <a:t>FULLY UNROLLED LOOP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95E61A7-8F2A-7192-A62B-366FF3E31779}"/>
              </a:ext>
            </a:extLst>
          </p:cNvPr>
          <p:cNvCxnSpPr>
            <a:stCxn id="79" idx="3"/>
          </p:cNvCxnSpPr>
          <p:nvPr/>
        </p:nvCxnSpPr>
        <p:spPr>
          <a:xfrm flipV="1">
            <a:off x="10004425" y="5702299"/>
            <a:ext cx="4032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93DD62E-3212-99BC-1E2C-8EA8FA3A5F2E}"/>
              </a:ext>
            </a:extLst>
          </p:cNvPr>
          <p:cNvCxnSpPr>
            <a:cxnSpLocks/>
          </p:cNvCxnSpPr>
          <p:nvPr/>
        </p:nvCxnSpPr>
        <p:spPr>
          <a:xfrm>
            <a:off x="11160001" y="5702299"/>
            <a:ext cx="377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3259CF9-B66F-A569-A8FE-794FD718BCE8}"/>
              </a:ext>
            </a:extLst>
          </p:cNvPr>
          <p:cNvSpPr txBox="1"/>
          <p:nvPr/>
        </p:nvSpPr>
        <p:spPr>
          <a:xfrm>
            <a:off x="11537950" y="5419319"/>
            <a:ext cx="69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Next Layer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4672527-3914-4A76-7974-D357818B683C}"/>
              </a:ext>
            </a:extLst>
          </p:cNvPr>
          <p:cNvSpPr/>
          <p:nvPr/>
        </p:nvSpPr>
        <p:spPr>
          <a:xfrm>
            <a:off x="3378200" y="5205038"/>
            <a:ext cx="692149" cy="611400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ROM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DB2B8750-131A-13A5-85B4-573460181262}"/>
              </a:ext>
            </a:extLst>
          </p:cNvPr>
          <p:cNvCxnSpPr>
            <a:stCxn id="86" idx="2"/>
          </p:cNvCxnSpPr>
          <p:nvPr/>
        </p:nvCxnSpPr>
        <p:spPr>
          <a:xfrm rot="16200000" flipH="1">
            <a:off x="5165644" y="4375069"/>
            <a:ext cx="304962" cy="31877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35189D6-F8C2-2165-4B81-3A4F8F83C36B}"/>
              </a:ext>
            </a:extLst>
          </p:cNvPr>
          <p:cNvCxnSpPr>
            <a:cxnSpLocks/>
            <a:stCxn id="72" idx="0"/>
            <a:endCxn id="53" idx="1"/>
          </p:cNvCxnSpPr>
          <p:nvPr/>
        </p:nvCxnSpPr>
        <p:spPr>
          <a:xfrm rot="16200000" flipV="1">
            <a:off x="5953127" y="2527299"/>
            <a:ext cx="498473" cy="504825"/>
          </a:xfrm>
          <a:prstGeom prst="bentConnector4">
            <a:avLst>
              <a:gd name="adj1" fmla="val 21656"/>
              <a:gd name="adj2" fmla="val 1452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82CDA089-B539-6849-3354-6EF7FD130142}"/>
              </a:ext>
            </a:extLst>
          </p:cNvPr>
          <p:cNvSpPr/>
          <p:nvPr/>
        </p:nvSpPr>
        <p:spPr>
          <a:xfrm rot="2445471">
            <a:off x="5450312" y="2791567"/>
            <a:ext cx="338136" cy="70303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34BDDE-054F-53E0-1012-64FD0AA88F99}"/>
              </a:ext>
            </a:extLst>
          </p:cNvPr>
          <p:cNvSpPr txBox="1"/>
          <p:nvPr/>
        </p:nvSpPr>
        <p:spPr>
          <a:xfrm>
            <a:off x="5060950" y="2735924"/>
            <a:ext cx="673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Choose One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A8A7194-94C6-C458-2638-B1BE88A710CC}"/>
              </a:ext>
            </a:extLst>
          </p:cNvPr>
          <p:cNvSpPr txBox="1"/>
          <p:nvPr/>
        </p:nvSpPr>
        <p:spPr>
          <a:xfrm>
            <a:off x="8068105" y="362505"/>
            <a:ext cx="2012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~16K@1080x1920&amp;4x4Tiles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5D197DB-F359-B125-9631-0D8FB42D0AAA}"/>
              </a:ext>
            </a:extLst>
          </p:cNvPr>
          <p:cNvSpPr txBox="1"/>
          <p:nvPr/>
        </p:nvSpPr>
        <p:spPr>
          <a:xfrm>
            <a:off x="3961598" y="5778824"/>
            <a:ext cx="1934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Only store non-empty tiles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83956AA-0C9F-5392-E472-914607D22145}"/>
              </a:ext>
            </a:extLst>
          </p:cNvPr>
          <p:cNvSpPr txBox="1"/>
          <p:nvPr/>
        </p:nvSpPr>
        <p:spPr>
          <a:xfrm>
            <a:off x="3378199" y="4961349"/>
            <a:ext cx="683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Kernels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6918AE-5630-A4CA-95A8-E1A247BC08A2}"/>
              </a:ext>
            </a:extLst>
          </p:cNvPr>
          <p:cNvSpPr/>
          <p:nvPr/>
        </p:nvSpPr>
        <p:spPr>
          <a:xfrm rot="16200000">
            <a:off x="10525249" y="5330743"/>
            <a:ext cx="520700" cy="755649"/>
          </a:xfrm>
          <a:prstGeom prst="rect">
            <a:avLst/>
          </a:prstGeom>
          <a:pattFill prst="dashVert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FIFO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EA6AD4D-ABC0-E4C1-4242-B21D03528B4E}"/>
              </a:ext>
            </a:extLst>
          </p:cNvPr>
          <p:cNvSpPr txBox="1"/>
          <p:nvPr/>
        </p:nvSpPr>
        <p:spPr>
          <a:xfrm>
            <a:off x="9645650" y="2101503"/>
            <a:ext cx="69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Index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3AAD594-F7C1-776A-3866-DD08FD91D7BC}"/>
              </a:ext>
            </a:extLst>
          </p:cNvPr>
          <p:cNvCxnSpPr>
            <a:cxnSpLocks/>
          </p:cNvCxnSpPr>
          <p:nvPr/>
        </p:nvCxnSpPr>
        <p:spPr>
          <a:xfrm flipH="1">
            <a:off x="4570810" y="1633121"/>
            <a:ext cx="801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EC0FF0B-ED54-AA23-CB95-FCD6324130B6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372100" y="1327403"/>
            <a:ext cx="0" cy="305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62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1ABCCE-5C79-9C2B-0E0E-0E0C43C33784}"/>
              </a:ext>
            </a:extLst>
          </p:cNvPr>
          <p:cNvSpPr/>
          <p:nvPr/>
        </p:nvSpPr>
        <p:spPr>
          <a:xfrm>
            <a:off x="361950" y="1207770"/>
            <a:ext cx="1272540" cy="5105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Even Frame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2F5917-DC01-2A23-D440-F79957B7F713}"/>
              </a:ext>
            </a:extLst>
          </p:cNvPr>
          <p:cNvSpPr/>
          <p:nvPr/>
        </p:nvSpPr>
        <p:spPr>
          <a:xfrm>
            <a:off x="1303020" y="2369820"/>
            <a:ext cx="1043940" cy="845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Tile Empty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34443D-766F-102A-13F7-BDB5FBD3050A}"/>
              </a:ext>
            </a:extLst>
          </p:cNvPr>
          <p:cNvSpPr/>
          <p:nvPr/>
        </p:nvSpPr>
        <p:spPr>
          <a:xfrm>
            <a:off x="1604010" y="4259580"/>
            <a:ext cx="1485900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Convolution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B19027A-B951-FF76-C498-AAA9BAACCDE7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rot="16200000" flipH="1">
            <a:off x="1085850" y="1630680"/>
            <a:ext cx="651510" cy="8267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D02A02D-4A0C-E3C0-6D54-A532F7359BF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16200000" flipH="1">
            <a:off x="1564005" y="3476625"/>
            <a:ext cx="1043940" cy="5219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01926-42B4-E1B8-1862-203C971549BD}"/>
              </a:ext>
            </a:extLst>
          </p:cNvPr>
          <p:cNvSpPr/>
          <p:nvPr/>
        </p:nvSpPr>
        <p:spPr>
          <a:xfrm>
            <a:off x="2975610" y="2495550"/>
            <a:ext cx="1108710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of Frame?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DC15047-248C-52E4-1C9B-56CA46EBE7C1}"/>
              </a:ext>
            </a:extLst>
          </p:cNvPr>
          <p:cNvCxnSpPr>
            <a:stCxn id="17" idx="3"/>
            <a:endCxn id="28" idx="1"/>
          </p:cNvCxnSpPr>
          <p:nvPr/>
        </p:nvCxnSpPr>
        <p:spPr>
          <a:xfrm>
            <a:off x="2346960" y="2792730"/>
            <a:ext cx="628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D65E44-2F2F-3E89-77A8-3EC013C1BF19}"/>
              </a:ext>
            </a:extLst>
          </p:cNvPr>
          <p:cNvCxnSpPr/>
          <p:nvPr/>
        </p:nvCxnSpPr>
        <p:spPr>
          <a:xfrm>
            <a:off x="2575560" y="1287780"/>
            <a:ext cx="3451860" cy="259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240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Chenhe Yuan</dc:creator>
  <cp:lastModifiedBy>Chenhe Yuan</cp:lastModifiedBy>
  <cp:revision>2</cp:revision>
  <dcterms:created xsi:type="dcterms:W3CDTF">2025-11-12T13:58:31Z</dcterms:created>
  <dcterms:modified xsi:type="dcterms:W3CDTF">2025-11-12T14:26:16Z</dcterms:modified>
</cp:coreProperties>
</file>